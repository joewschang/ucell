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0489cec6e94bc1" /><Relationship Type="http://schemas.openxmlformats.org/officeDocument/2006/relationships/extended-properties" Target="/docProps/app.xml" Id="Rad08d33481534e27" /><Relationship Type="http://schemas.openxmlformats.org/officeDocument/2006/relationships/officeDocument" Target="/ppt/presentation.xml" Id="Rc3361ac48bb147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9178204ac246f7"/>
  </p:sldMasterIdLst>
  <p:notesMasterIdLst>
    <p:notesMasterId xmlns:r="http://schemas.openxmlformats.org/officeDocument/2006/relationships" r:id="R48d2688c55e84459"/>
  </p:notesMasterIdLst>
  <p:sldIdLst>
    <p:sldId xmlns:r="http://schemas.openxmlformats.org/officeDocument/2006/relationships" id="256" r:id="R9c2f1ca8f9314edd"/>
    <p:sldId xmlns:r="http://schemas.openxmlformats.org/officeDocument/2006/relationships" id="257" r:id="R06f7e0702caf4870"/>
    <p:sldId xmlns:r="http://schemas.openxmlformats.org/officeDocument/2006/relationships" id="258" r:id="R335aa1442a8a45ce"/>
    <p:sldId xmlns:r="http://schemas.openxmlformats.org/officeDocument/2006/relationships" id="259" r:id="Ra86573d9054c4253"/>
    <p:sldId xmlns:r="http://schemas.openxmlformats.org/officeDocument/2006/relationships" id="260" r:id="R3b5380c5e0914e65"/>
    <p:sldId xmlns:r="http://schemas.openxmlformats.org/officeDocument/2006/relationships" id="261" r:id="R9b66bb76befe4c71"/>
    <p:sldId xmlns:r="http://schemas.openxmlformats.org/officeDocument/2006/relationships" id="262" r:id="R335add5c11084917"/>
    <p:sldId xmlns:r="http://schemas.openxmlformats.org/officeDocument/2006/relationships" id="263" r:id="R92d2c71cc10e472e"/>
    <p:sldId xmlns:r="http://schemas.openxmlformats.org/officeDocument/2006/relationships" id="264" r:id="Rcde6862866f5485d"/>
    <p:sldId xmlns:r="http://schemas.openxmlformats.org/officeDocument/2006/relationships" id="265" r:id="R2497530417dd4ce1"/>
    <p:sldId xmlns:r="http://schemas.openxmlformats.org/officeDocument/2006/relationships" id="266" r:id="R568cc9ed21fc4ed5"/>
    <p:sldId xmlns:r="http://schemas.openxmlformats.org/officeDocument/2006/relationships" id="267" r:id="Rc6de9cf48ed64898"/>
    <p:sldId xmlns:r="http://schemas.openxmlformats.org/officeDocument/2006/relationships" id="268" r:id="Ra0f9dbe824894198"/>
    <p:sldId xmlns:r="http://schemas.openxmlformats.org/officeDocument/2006/relationships" id="269" r:id="R1dc14be2273e4971"/>
    <p:sldId xmlns:r="http://schemas.openxmlformats.org/officeDocument/2006/relationships" id="270" r:id="R33f4709788934d5b"/>
    <p:sldId xmlns:r="http://schemas.openxmlformats.org/officeDocument/2006/relationships" id="271" r:id="R719e80a0a86349a6"/>
    <p:sldId xmlns:r="http://schemas.openxmlformats.org/officeDocument/2006/relationships" id="272" r:id="R912da3e70bcd44d7"/>
    <p:sldId xmlns:r="http://schemas.openxmlformats.org/officeDocument/2006/relationships" id="273" r:id="R6eee4442cbef416d"/>
    <p:sldId xmlns:r="http://schemas.openxmlformats.org/officeDocument/2006/relationships" id="274" r:id="R5109cb440c594a41"/>
    <p:sldId xmlns:r="http://schemas.openxmlformats.org/officeDocument/2006/relationships" id="275" r:id="R3e7d913d81084f35"/>
    <p:sldId xmlns:r="http://schemas.openxmlformats.org/officeDocument/2006/relationships" id="276" r:id="R6b48096909f14037"/>
    <p:sldId xmlns:r="http://schemas.openxmlformats.org/officeDocument/2006/relationships" id="277" r:id="R30f930718d144491"/>
    <p:sldId xmlns:r="http://schemas.openxmlformats.org/officeDocument/2006/relationships" id="278" r:id="R7f3bf0c5663a4d4f"/>
    <p:sldId xmlns:r="http://schemas.openxmlformats.org/officeDocument/2006/relationships" id="279" r:id="Rdb5caf10114f4103"/>
    <p:sldId xmlns:r="http://schemas.openxmlformats.org/officeDocument/2006/relationships" id="280" r:id="R1b1a7e8c806e478f"/>
    <p:sldId xmlns:r="http://schemas.openxmlformats.org/officeDocument/2006/relationships" id="281" r:id="Rd08d0aa657b64e80"/>
    <p:sldId xmlns:r="http://schemas.openxmlformats.org/officeDocument/2006/relationships" id="282" r:id="Ra6cdd0e26156438b"/>
    <p:sldId xmlns:r="http://schemas.openxmlformats.org/officeDocument/2006/relationships" id="283" r:id="R6c765d867fe44730"/>
    <p:sldId xmlns:r="http://schemas.openxmlformats.org/officeDocument/2006/relationships" id="284" r:id="Rf65a4cc9ee034595"/>
    <p:sldId xmlns:r="http://schemas.openxmlformats.org/officeDocument/2006/relationships" id="285" r:id="Ree7399e8f97d4310"/>
    <p:sldId xmlns:r="http://schemas.openxmlformats.org/officeDocument/2006/relationships" id="286" r:id="R10a3f0f88d7c4b2e"/>
    <p:sldId xmlns:r="http://schemas.openxmlformats.org/officeDocument/2006/relationships" id="287" r:id="R2f7d5a37e03a4692"/>
    <p:sldId xmlns:r="http://schemas.openxmlformats.org/officeDocument/2006/relationships" id="288" r:id="R2c3ea12e0d7f49cf"/>
    <p:sldId xmlns:r="http://schemas.openxmlformats.org/officeDocument/2006/relationships" id="289" r:id="Rf9963da4b4cf4c9e"/>
    <p:sldId xmlns:r="http://schemas.openxmlformats.org/officeDocument/2006/relationships" id="290" r:id="R0f9f090f9bde41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dc9fc22887418a" /><Relationship Type="http://schemas.openxmlformats.org/officeDocument/2006/relationships/slideMaster" Target="/ppt/slideMasters/slideMaster1.xml" Id="R389178204ac246f7" /><Relationship Type="http://schemas.openxmlformats.org/officeDocument/2006/relationships/notesMaster" Target="/ppt/notesMasters/notesMaster1.xml" Id="R48d2688c55e84459" /><Relationship Type="http://schemas.openxmlformats.org/officeDocument/2006/relationships/presProps" Target="/ppt/presProps.xml" Id="Rf44554b0cd3f4b17" /><Relationship Type="http://schemas.openxmlformats.org/officeDocument/2006/relationships/tableStyles" Target="/ppt/tableStyles.xml" Id="R7d94d7caf9184187" /><Relationship Type="http://schemas.openxmlformats.org/officeDocument/2006/relationships/slide" Target="/ppt/slides/slide1.xml" Id="R9c2f1ca8f9314edd" /><Relationship Type="http://schemas.openxmlformats.org/officeDocument/2006/relationships/slide" Target="/ppt/slides/slide2.xml" Id="R06f7e0702caf4870" /><Relationship Type="http://schemas.openxmlformats.org/officeDocument/2006/relationships/slide" Target="/ppt/slides/slide3.xml" Id="R335aa1442a8a45ce" /><Relationship Type="http://schemas.openxmlformats.org/officeDocument/2006/relationships/slide" Target="/ppt/slides/slide4.xml" Id="Ra86573d9054c4253" /><Relationship Type="http://schemas.openxmlformats.org/officeDocument/2006/relationships/slide" Target="/ppt/slides/slide5.xml" Id="R3b5380c5e0914e65" /><Relationship Type="http://schemas.openxmlformats.org/officeDocument/2006/relationships/slide" Target="/ppt/slides/slide6.xml" Id="R9b66bb76befe4c71" /><Relationship Type="http://schemas.openxmlformats.org/officeDocument/2006/relationships/slide" Target="/ppt/slides/slide7.xml" Id="R335add5c11084917" /><Relationship Type="http://schemas.openxmlformats.org/officeDocument/2006/relationships/slide" Target="/ppt/slides/slide8.xml" Id="R92d2c71cc10e472e" /><Relationship Type="http://schemas.openxmlformats.org/officeDocument/2006/relationships/slide" Target="/ppt/slides/slide9.xml" Id="Rcde6862866f5485d" /><Relationship Type="http://schemas.openxmlformats.org/officeDocument/2006/relationships/slide" Target="/ppt/slides/slide10.xml" Id="R2497530417dd4ce1" /><Relationship Type="http://schemas.openxmlformats.org/officeDocument/2006/relationships/slide" Target="/ppt/slides/slide11.xml" Id="R568cc9ed21fc4ed5" /><Relationship Type="http://schemas.openxmlformats.org/officeDocument/2006/relationships/slide" Target="/ppt/slides/slide12.xml" Id="Rc6de9cf48ed64898" /><Relationship Type="http://schemas.openxmlformats.org/officeDocument/2006/relationships/slide" Target="/ppt/slides/slide13.xml" Id="Ra0f9dbe824894198" /><Relationship Type="http://schemas.openxmlformats.org/officeDocument/2006/relationships/slide" Target="/ppt/slides/slide14.xml" Id="R1dc14be2273e4971" /><Relationship Type="http://schemas.openxmlformats.org/officeDocument/2006/relationships/slide" Target="/ppt/slides/slide15.xml" Id="R33f4709788934d5b" /><Relationship Type="http://schemas.openxmlformats.org/officeDocument/2006/relationships/slide" Target="/ppt/slides/slide16.xml" Id="R719e80a0a86349a6" /><Relationship Type="http://schemas.openxmlformats.org/officeDocument/2006/relationships/slide" Target="/ppt/slides/slide17.xml" Id="R912da3e70bcd44d7" /><Relationship Type="http://schemas.openxmlformats.org/officeDocument/2006/relationships/slide" Target="/ppt/slides/slide18.xml" Id="R6eee4442cbef416d" /><Relationship Type="http://schemas.openxmlformats.org/officeDocument/2006/relationships/slide" Target="/ppt/slides/slide19.xml" Id="R5109cb440c594a41" /><Relationship Type="http://schemas.openxmlformats.org/officeDocument/2006/relationships/slide" Target="/ppt/slides/slide20.xml" Id="R3e7d913d81084f35" /><Relationship Type="http://schemas.openxmlformats.org/officeDocument/2006/relationships/slide" Target="/ppt/slides/slide21.xml" Id="R6b48096909f14037" /><Relationship Type="http://schemas.openxmlformats.org/officeDocument/2006/relationships/slide" Target="/ppt/slides/slide22.xml" Id="R30f930718d144491" /><Relationship Type="http://schemas.openxmlformats.org/officeDocument/2006/relationships/slide" Target="/ppt/slides/slide23.xml" Id="R7f3bf0c5663a4d4f" /><Relationship Type="http://schemas.openxmlformats.org/officeDocument/2006/relationships/slide" Target="/ppt/slides/slide24.xml" Id="Rdb5caf10114f4103" /><Relationship Type="http://schemas.openxmlformats.org/officeDocument/2006/relationships/slide" Target="/ppt/slides/slide25.xml" Id="R1b1a7e8c806e478f" /><Relationship Type="http://schemas.openxmlformats.org/officeDocument/2006/relationships/slide" Target="/ppt/slides/slide26.xml" Id="Rd08d0aa657b64e80" /><Relationship Type="http://schemas.openxmlformats.org/officeDocument/2006/relationships/slide" Target="/ppt/slides/slide27.xml" Id="Ra6cdd0e26156438b" /><Relationship Type="http://schemas.openxmlformats.org/officeDocument/2006/relationships/slide" Target="/ppt/slides/slide28.xml" Id="R6c765d867fe44730" /><Relationship Type="http://schemas.openxmlformats.org/officeDocument/2006/relationships/slide" Target="/ppt/slides/slide29.xml" Id="Rf65a4cc9ee034595" /><Relationship Type="http://schemas.openxmlformats.org/officeDocument/2006/relationships/slide" Target="/ppt/slides/slide30.xml" Id="Ree7399e8f97d4310" /><Relationship Type="http://schemas.openxmlformats.org/officeDocument/2006/relationships/slide" Target="/ppt/slides/slide31.xml" Id="R10a3f0f88d7c4b2e" /><Relationship Type="http://schemas.openxmlformats.org/officeDocument/2006/relationships/slide" Target="/ppt/slides/slide32.xml" Id="R2f7d5a37e03a4692" /><Relationship Type="http://schemas.openxmlformats.org/officeDocument/2006/relationships/slide" Target="/ppt/slides/slide33.xml" Id="R2c3ea12e0d7f49cf" /><Relationship Type="http://schemas.openxmlformats.org/officeDocument/2006/relationships/slide" Target="/ppt/slides/slide34.xml" Id="Rf9963da4b4cf4c9e" /><Relationship Type="http://schemas.openxmlformats.org/officeDocument/2006/relationships/slide" Target="/ppt/slides/slide35.xml" Id="R0f9f090f9bde41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ea4f00c1d548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94de12183c41c2" /><Relationship Type="http://schemas.openxmlformats.org/officeDocument/2006/relationships/notesMaster" Target="/ppt/notesMasters/notesMaster1.xml" Id="Rca3dc465a34740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45aa968b2d408d" /><Relationship Type="http://schemas.openxmlformats.org/officeDocument/2006/relationships/notesMaster" Target="/ppt/notesMasters/notesMaster1.xml" Id="Rd27b61f3c01648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218f9cdb04924" /><Relationship Type="http://schemas.openxmlformats.org/officeDocument/2006/relationships/notesMaster" Target="/ppt/notesMasters/notesMaster1.xml" Id="R30b15fa2e1554d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da3c655e7241f8" /><Relationship Type="http://schemas.openxmlformats.org/officeDocument/2006/relationships/notesMaster" Target="/ppt/notesMasters/notesMaster1.xml" Id="R49da9331a77e4d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63b8afb47f4ce4" /><Relationship Type="http://schemas.openxmlformats.org/officeDocument/2006/relationships/notesMaster" Target="/ppt/notesMasters/notesMaster1.xml" Id="R01b292bc6c8749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535ee9a9b343ad" /><Relationship Type="http://schemas.openxmlformats.org/officeDocument/2006/relationships/notesMaster" Target="/ppt/notesMasters/notesMaster1.xml" Id="Rf128505503f74b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b19c4c54d643dc" /><Relationship Type="http://schemas.openxmlformats.org/officeDocument/2006/relationships/notesMaster" Target="/ppt/notesMasters/notesMaster1.xml" Id="Rff6f0004fdec4b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eaeb2c1ff84a28" /><Relationship Type="http://schemas.openxmlformats.org/officeDocument/2006/relationships/notesMaster" Target="/ppt/notesMasters/notesMaster1.xml" Id="R71e1bd5321e34e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220083723448b7" /><Relationship Type="http://schemas.openxmlformats.org/officeDocument/2006/relationships/notesMaster" Target="/ppt/notesMasters/notesMaster1.xml" Id="Rcf5c499a3dc144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14e0b1c2a14dad" /><Relationship Type="http://schemas.openxmlformats.org/officeDocument/2006/relationships/notesMaster" Target="/ppt/notesMasters/notesMaster1.xml" Id="Rfd5e5c9700a94e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c08e9a94984779" /><Relationship Type="http://schemas.openxmlformats.org/officeDocument/2006/relationships/notesMaster" Target="/ppt/notesMasters/notesMaster1.xml" Id="R9cc69a9b153849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5594c779684b30" /><Relationship Type="http://schemas.openxmlformats.org/officeDocument/2006/relationships/notesMaster" Target="/ppt/notesMasters/notesMaster1.xml" Id="R1438dbdcb2ea40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3424d8998f4a64" /><Relationship Type="http://schemas.openxmlformats.org/officeDocument/2006/relationships/notesMaster" Target="/ppt/notesMasters/notesMaster1.xml" Id="R58e7fb61dec94e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ad2368cdc14b2f" /><Relationship Type="http://schemas.openxmlformats.org/officeDocument/2006/relationships/notesMaster" Target="/ppt/notesMasters/notesMaster1.xml" Id="Re56648f2acd743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227d38a047411d" /><Relationship Type="http://schemas.openxmlformats.org/officeDocument/2006/relationships/notesMaster" Target="/ppt/notesMasters/notesMaster1.xml" Id="Rbf1f3cda951644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8080e368dc4c9e" /><Relationship Type="http://schemas.openxmlformats.org/officeDocument/2006/relationships/notesMaster" Target="/ppt/notesMasters/notesMaster1.xml" Id="R2eb1a111572c48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432ac962b64a70" /><Relationship Type="http://schemas.openxmlformats.org/officeDocument/2006/relationships/notesMaster" Target="/ppt/notesMasters/notesMaster1.xml" Id="R53fbcd2d59a4423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68fab666134791" /><Relationship Type="http://schemas.openxmlformats.org/officeDocument/2006/relationships/notesMaster" Target="/ppt/notesMasters/notesMaster1.xml" Id="Rf3ff7774d8aa43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8023e4c5b1420e" /><Relationship Type="http://schemas.openxmlformats.org/officeDocument/2006/relationships/notesMaster" Target="/ppt/notesMasters/notesMaster1.xml" Id="Re0061175e31447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407096858c40f8" /><Relationship Type="http://schemas.openxmlformats.org/officeDocument/2006/relationships/notesMaster" Target="/ppt/notesMasters/notesMaster1.xml" Id="R721e57ac5fde4c2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59a3cd3ff7a4d80" /><Relationship Type="http://schemas.openxmlformats.org/officeDocument/2006/relationships/notesMaster" Target="/ppt/notesMasters/notesMaster1.xml" Id="R724883cb043d4a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5bbc3345404843" /><Relationship Type="http://schemas.openxmlformats.org/officeDocument/2006/relationships/notesMaster" Target="/ppt/notesMasters/notesMaster1.xml" Id="Rb410e446c94246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8d390c46b241e9" /><Relationship Type="http://schemas.openxmlformats.org/officeDocument/2006/relationships/notesMaster" Target="/ppt/notesMasters/notesMaster1.xml" Id="R25d269ed605549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75fc8ac29b48f7" /><Relationship Type="http://schemas.openxmlformats.org/officeDocument/2006/relationships/notesMaster" Target="/ppt/notesMasters/notesMaster1.xml" Id="R8e65ea8d7f5248b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cce161b0474c8d" /><Relationship Type="http://schemas.openxmlformats.org/officeDocument/2006/relationships/notesMaster" Target="/ppt/notesMasters/notesMaster1.xml" Id="R811ada2f2bc84c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d3dc5325bde4bee" /><Relationship Type="http://schemas.openxmlformats.org/officeDocument/2006/relationships/notesMaster" Target="/ppt/notesMasters/notesMaster1.xml" Id="R5ad0546e7952403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1c0f52f0e54168" /><Relationship Type="http://schemas.openxmlformats.org/officeDocument/2006/relationships/notesMaster" Target="/ppt/notesMasters/notesMaster1.xml" Id="R74667f8111664d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523ae37d2c41b5" /><Relationship Type="http://schemas.openxmlformats.org/officeDocument/2006/relationships/notesMaster" Target="/ppt/notesMasters/notesMaster1.xml" Id="Rfbab416b4b06422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60df4eb43b7471d" /><Relationship Type="http://schemas.openxmlformats.org/officeDocument/2006/relationships/notesMaster" Target="/ppt/notesMasters/notesMaster1.xml" Id="R8ba57daf179e428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4e58ad3e6b74b7a" /><Relationship Type="http://schemas.openxmlformats.org/officeDocument/2006/relationships/notesMaster" Target="/ppt/notesMasters/notesMaster1.xml" Id="R9e266e971e414f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acaf77e69754e55" /><Relationship Type="http://schemas.openxmlformats.org/officeDocument/2006/relationships/notesMaster" Target="/ppt/notesMasters/notesMaster1.xml" Id="Rccdb4048803347b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29bc42ea0394d11" /><Relationship Type="http://schemas.openxmlformats.org/officeDocument/2006/relationships/notesMaster" Target="/ppt/notesMasters/notesMaster1.xml" Id="Re9f414147d9e44e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55fcb8c3f0f45e6" /><Relationship Type="http://schemas.openxmlformats.org/officeDocument/2006/relationships/notesMaster" Target="/ppt/notesMasters/notesMaster1.xml" Id="Rded7aa06ea06422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cd9e194d5e34284" /><Relationship Type="http://schemas.openxmlformats.org/officeDocument/2006/relationships/notesMaster" Target="/ppt/notesMasters/notesMaster1.xml" Id="R24e49be0ed254fb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08f13d275f44db0" /><Relationship Type="http://schemas.openxmlformats.org/officeDocument/2006/relationships/notesMaster" Target="/ppt/notesMasters/notesMaster1.xml" Id="Rd996b50fc0f24e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本簡報由實際本機測試畫面產製。Member 使用明示的 Mock visual fixture。Admin 使用隔離 ucell_admin_test。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viewport。DEV 示範數值不代表正式業績。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viewport。大型 Tree 只在專用 Viewer 載入。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viewport。所有數值以 Backend 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viewport。amount=null 顯示「結算中」。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viewport。DEV Mock 不扣款、不出貨。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viewport。切換球位後不可看到其他球的訂單。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viewport。無 fixture 時使用統一 unavailable state。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viewport。畫面示範不存在 fixture 的 fail-closed。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viewport。DEV Mock read state 只存在本機。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viewport。Person 不等於 Qualification。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viewport。DEV Login 不代表正式 Entra PASS。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viewport。不得用假數據補 NASL 或 GMV。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viewport。Person-level 與球位欄位必須分離。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viewport。核准屬高風險操作。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viewport。Sponsor Tree 與 Binary Tree 分開驗證。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viewport。Evidence 不一致時停止顯示。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viewport。ERP 負責庫存、會計與履約。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viewport。Production calendar 未核准時 fail closed。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viewport。前端不得計算價格或 PV/BV。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viewport。禁止 current-state fallback。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viewport。Production clock 尚待正式核准。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viewport。此頁只讀 Core monetary facts。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viewport。原 Ledger、Award、PAID 不覆寫。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viewport。不得回寫歷史 monetary facts。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viewport。系統不直接執行銀行轉帳。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viewport。已發布版本不得覆寫。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viewport。歷史附件不刪除。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viewport。稽核畫面不修改原資料。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viewport。Alert 只偵測，不自動修資料。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viewport。瀏覽器紀錄不等於正式 UAT 簽核。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viewport。條件未滿前維持 Production BLOCKED。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驗證數字來自 checkpoint 1c8f040。此簡報不構成 Production readiness 或 UAT sign-off。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88f5f259643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ca64c5ee74b79" /><Relationship Type="http://schemas.openxmlformats.org/officeDocument/2006/relationships/slideLayout" Target="/ppt/slideLayouts/slideLayout1.xml" Id="Rec3f37a604b448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3f37a604b448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0b88bc390490b" /><Relationship Type="http://schemas.openxmlformats.org/officeDocument/2006/relationships/notesSlide" Target="/ppt/notesSlides/notesSlide1.xml" Id="R94e0e889912749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027e3110c412b" /><Relationship Type="http://schemas.openxmlformats.org/officeDocument/2006/relationships/notesSlide" Target="/ppt/notesSlides/notesSlide2.xml" Id="Rf9cbecbf2a764e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f4e424b8e463c" /><Relationship Type="http://schemas.openxmlformats.org/officeDocument/2006/relationships/notesSlide" Target="/ppt/notesSlides/notesSlide3.xml" Id="Rb93c990a571e4d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63d2ef5a24ed3" /><Relationship Type="http://schemas.openxmlformats.org/officeDocument/2006/relationships/image" Target="/ppt/media/image.png" Id="R6c173ad36126444b" /><Relationship Type="http://schemas.openxmlformats.org/officeDocument/2006/relationships/notesSlide" Target="/ppt/notesSlides/notesSlide4.xml" Id="R8acae4ae1d5243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66d9560204c51" /><Relationship Type="http://schemas.openxmlformats.org/officeDocument/2006/relationships/image" Target="/ppt/media/image2.png" Id="R62982a985bec4e7a" /><Relationship Type="http://schemas.openxmlformats.org/officeDocument/2006/relationships/notesSlide" Target="/ppt/notesSlides/notesSlide5.xml" Id="Rcc341eb2e4964e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c5019ebba4ad3" /><Relationship Type="http://schemas.openxmlformats.org/officeDocument/2006/relationships/image" Target="/ppt/media/image3.png" Id="Ra6a64d1a378f4b38" /><Relationship Type="http://schemas.openxmlformats.org/officeDocument/2006/relationships/notesSlide" Target="/ppt/notesSlides/notesSlide6.xml" Id="Re4fd305329314b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2de34fac441ef" /><Relationship Type="http://schemas.openxmlformats.org/officeDocument/2006/relationships/image" Target="/ppt/media/image4.png" Id="R07220e0ed4d54fc8" /><Relationship Type="http://schemas.openxmlformats.org/officeDocument/2006/relationships/notesSlide" Target="/ppt/notesSlides/notesSlide7.xml" Id="R81a144e947b845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8a24e0b464ccf" /><Relationship Type="http://schemas.openxmlformats.org/officeDocument/2006/relationships/image" Target="/ppt/media/image5.png" Id="R502c7b68ce6c4dc9" /><Relationship Type="http://schemas.openxmlformats.org/officeDocument/2006/relationships/notesSlide" Target="/ppt/notesSlides/notesSlide8.xml" Id="R3cd10593a4b649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e7dbe98784a93" /><Relationship Type="http://schemas.openxmlformats.org/officeDocument/2006/relationships/image" Target="/ppt/media/image6.png" Id="R94997befd32e41ff" /><Relationship Type="http://schemas.openxmlformats.org/officeDocument/2006/relationships/notesSlide" Target="/ppt/notesSlides/notesSlide9.xml" Id="R19571e508fa147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5587b01914151" /><Relationship Type="http://schemas.openxmlformats.org/officeDocument/2006/relationships/image" Target="/ppt/media/image7.png" Id="R8a86b8ccc7bb4ed9" /><Relationship Type="http://schemas.openxmlformats.org/officeDocument/2006/relationships/notesSlide" Target="/ppt/notesSlides/notesSlide10.xml" Id="Ra615fce363af4c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e4d7af183467b" /><Relationship Type="http://schemas.openxmlformats.org/officeDocument/2006/relationships/image" Target="/ppt/media/image8.png" Id="R484ada724c7e4a25" /><Relationship Type="http://schemas.openxmlformats.org/officeDocument/2006/relationships/notesSlide" Target="/ppt/notesSlides/notesSlide11.xml" Id="R5e244e013aca48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282db777542e4" /><Relationship Type="http://schemas.openxmlformats.org/officeDocument/2006/relationships/image" Target="/ppt/media/image9.png" Id="R4fb23a9fd020409b" /><Relationship Type="http://schemas.openxmlformats.org/officeDocument/2006/relationships/notesSlide" Target="/ppt/notesSlides/notesSlide12.xml" Id="R5b0d1fd5b8044d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8aba5a09e44e4" /><Relationship Type="http://schemas.openxmlformats.org/officeDocument/2006/relationships/image" Target="/ppt/media/image10.png" Id="R1bc69daa867d4aec" /><Relationship Type="http://schemas.openxmlformats.org/officeDocument/2006/relationships/notesSlide" Target="/ppt/notesSlides/notesSlide13.xml" Id="R545ed34aacae45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45c6d7373424c" /><Relationship Type="http://schemas.openxmlformats.org/officeDocument/2006/relationships/image" Target="/ppt/media/image11.png" Id="Ra8796dfcfdf140d6" /><Relationship Type="http://schemas.openxmlformats.org/officeDocument/2006/relationships/notesSlide" Target="/ppt/notesSlides/notesSlide14.xml" Id="Rb929bfee57af44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b76f42d214274" /><Relationship Type="http://schemas.openxmlformats.org/officeDocument/2006/relationships/image" Target="/ppt/media/image12.png" Id="R5caa74ff31b74626" /><Relationship Type="http://schemas.openxmlformats.org/officeDocument/2006/relationships/notesSlide" Target="/ppt/notesSlides/notesSlide15.xml" Id="Rfc76bd62e5ca49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8616f978c4f8a" /><Relationship Type="http://schemas.openxmlformats.org/officeDocument/2006/relationships/image" Target="/ppt/media/image13.png" Id="R4fdc0dd9efef4131" /><Relationship Type="http://schemas.openxmlformats.org/officeDocument/2006/relationships/notesSlide" Target="/ppt/notesSlides/notesSlide16.xml" Id="R91f52dd2ee3346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1937f93ae4b6c" /><Relationship Type="http://schemas.openxmlformats.org/officeDocument/2006/relationships/image" Target="/ppt/media/image14.png" Id="R18875cac39f04a1d" /><Relationship Type="http://schemas.openxmlformats.org/officeDocument/2006/relationships/notesSlide" Target="/ppt/notesSlides/notesSlide17.xml" Id="R8dcff2b9bbf04d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e2672475c40d4" /><Relationship Type="http://schemas.openxmlformats.org/officeDocument/2006/relationships/image" Target="/ppt/media/image15.png" Id="R8e4122107c0f4d6e" /><Relationship Type="http://schemas.openxmlformats.org/officeDocument/2006/relationships/notesSlide" Target="/ppt/notesSlides/notesSlide18.xml" Id="R74b1bbe2262140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0fc0772dc4635" /><Relationship Type="http://schemas.openxmlformats.org/officeDocument/2006/relationships/image" Target="/ppt/media/image16.png" Id="R2267f2087b4e46de" /><Relationship Type="http://schemas.openxmlformats.org/officeDocument/2006/relationships/notesSlide" Target="/ppt/notesSlides/notesSlide19.xml" Id="Rc229def4022f41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c1695bcee4dd3" /><Relationship Type="http://schemas.openxmlformats.org/officeDocument/2006/relationships/image" Target="/ppt/media/image17.png" Id="R82594c24aa5b4be7" /><Relationship Type="http://schemas.openxmlformats.org/officeDocument/2006/relationships/notesSlide" Target="/ppt/notesSlides/notesSlide20.xml" Id="Rc9f1e131ea704f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12df888134449" /><Relationship Type="http://schemas.openxmlformats.org/officeDocument/2006/relationships/image" Target="/ppt/media/image18.png" Id="R21d80941143b4c90" /><Relationship Type="http://schemas.openxmlformats.org/officeDocument/2006/relationships/notesSlide" Target="/ppt/notesSlides/notesSlide21.xml" Id="R0679dd506c0446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0249061944f37" /><Relationship Type="http://schemas.openxmlformats.org/officeDocument/2006/relationships/image" Target="/ppt/media/image19.png" Id="R7cd91f867dc64b42" /><Relationship Type="http://schemas.openxmlformats.org/officeDocument/2006/relationships/notesSlide" Target="/ppt/notesSlides/notesSlide22.xml" Id="R83eab1e08e5343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2d1b2380e467c" /><Relationship Type="http://schemas.openxmlformats.org/officeDocument/2006/relationships/image" Target="/ppt/media/image20.png" Id="R850d1fc86bcc4a28" /><Relationship Type="http://schemas.openxmlformats.org/officeDocument/2006/relationships/notesSlide" Target="/ppt/notesSlides/notesSlide23.xml" Id="R01b8d8e5101041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57f647c454889" /><Relationship Type="http://schemas.openxmlformats.org/officeDocument/2006/relationships/image" Target="/ppt/media/image21.png" Id="Ra9b3ce56ef01456a" /><Relationship Type="http://schemas.openxmlformats.org/officeDocument/2006/relationships/notesSlide" Target="/ppt/notesSlides/notesSlide24.xml" Id="R598cbed281584a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c17bd76064fa6" /><Relationship Type="http://schemas.openxmlformats.org/officeDocument/2006/relationships/image" Target="/ppt/media/image22.png" Id="R4345100cea404faf" /><Relationship Type="http://schemas.openxmlformats.org/officeDocument/2006/relationships/notesSlide" Target="/ppt/notesSlides/notesSlide25.xml" Id="Ra8d1220c8f1543e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b010222244d71" /><Relationship Type="http://schemas.openxmlformats.org/officeDocument/2006/relationships/image" Target="/ppt/media/image23.png" Id="R6c7ab977f2a24181" /><Relationship Type="http://schemas.openxmlformats.org/officeDocument/2006/relationships/notesSlide" Target="/ppt/notesSlides/notesSlide26.xml" Id="R72c15f6688a842f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bf77248bd434a" /><Relationship Type="http://schemas.openxmlformats.org/officeDocument/2006/relationships/image" Target="/ppt/media/image24.png" Id="R9ef4396577b048d7" /><Relationship Type="http://schemas.openxmlformats.org/officeDocument/2006/relationships/notesSlide" Target="/ppt/notesSlides/notesSlide27.xml" Id="Rc2366544cde1460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37d25145e4b64" /><Relationship Type="http://schemas.openxmlformats.org/officeDocument/2006/relationships/image" Target="/ppt/media/image25.png" Id="Rc04223a3f1d6454e" /><Relationship Type="http://schemas.openxmlformats.org/officeDocument/2006/relationships/notesSlide" Target="/ppt/notesSlides/notesSlide28.xml" Id="R4d1f301b0ad64e6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9eba915e34ce5" /><Relationship Type="http://schemas.openxmlformats.org/officeDocument/2006/relationships/image" Target="/ppt/media/image26.png" Id="Rcfd047a462ed49d4" /><Relationship Type="http://schemas.openxmlformats.org/officeDocument/2006/relationships/notesSlide" Target="/ppt/notesSlides/notesSlide29.xml" Id="Rc626554c93d442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5479366034f01" /><Relationship Type="http://schemas.openxmlformats.org/officeDocument/2006/relationships/image" Target="/ppt/media/image27.png" Id="Ra2cf8dba54584266" /><Relationship Type="http://schemas.openxmlformats.org/officeDocument/2006/relationships/notesSlide" Target="/ppt/notesSlides/notesSlide30.xml" Id="R23470d051b7a4b0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d0c16d9f74952" /><Relationship Type="http://schemas.openxmlformats.org/officeDocument/2006/relationships/image" Target="/ppt/media/image28.png" Id="Rf4693bbc809b49aa" /><Relationship Type="http://schemas.openxmlformats.org/officeDocument/2006/relationships/notesSlide" Target="/ppt/notesSlides/notesSlide31.xml" Id="R3823224a64da4a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95c2cb4594520" /><Relationship Type="http://schemas.openxmlformats.org/officeDocument/2006/relationships/image" Target="/ppt/media/image29.png" Id="R0eef788d86e648fb" /><Relationship Type="http://schemas.openxmlformats.org/officeDocument/2006/relationships/notesSlide" Target="/ppt/notesSlides/notesSlide32.xml" Id="R13c01b22197346f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beda71ee94599" /><Relationship Type="http://schemas.openxmlformats.org/officeDocument/2006/relationships/image" Target="/ppt/media/image30.png" Id="Re6e3411911f64fdb" /><Relationship Type="http://schemas.openxmlformats.org/officeDocument/2006/relationships/notesSlide" Target="/ppt/notesSlides/notesSlide33.xml" Id="Rfa4fe5e83eb84cc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5ba59dbc24adc" /><Relationship Type="http://schemas.openxmlformats.org/officeDocument/2006/relationships/image" Target="/ppt/media/image31.png" Id="R54da7de6153e4c1f" /><Relationship Type="http://schemas.openxmlformats.org/officeDocument/2006/relationships/notesSlide" Target="/ppt/notesSlides/notesSlide34.xml" Id="R0b3e0bad443d449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1758dc3e84cc3" /><Relationship Type="http://schemas.openxmlformats.org/officeDocument/2006/relationships/notesSlide" Target="/ppt/notesSlides/notesSlide35.xml" Id="Rf0940f84523849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8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4367B-264B-47E0-9806-6664271B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65651-0CA1-4287-9F28-43D182D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A5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A58B"/>
                </a:solidFill>
                <a:latin typeface="Microsoft JhengHei"/>
                <a:ea typeface="Microsoft JhengHei"/>
                <a:cs typeface="Microsoft JhengHei"/>
              </a:rPr>
              <a:t>UCell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62D67-E95D-4E11-9B0F-FD84B7A7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R1.0B 本機測試系統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使用手冊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A784B-44CA-42AF-BC34-F2DDB1D7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FE4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FE4E5"/>
                </a:solidFill>
                <a:latin typeface="Microsoft JhengHei"/>
                <a:ea typeface="Microsoft JhengHei"/>
                <a:cs typeface="Microsoft JhengHei"/>
              </a:rPr>
              <a:t>LINE OA / LIFF Member Frontend ＋ Admin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A78A7-4143-4CEC-8C0F-77BB561C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93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AA123-DAD2-4784-9873-B5AA3AA0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D0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8D0D5"/>
                </a:solidFill>
                <a:latin typeface="Microsoft JhengHei"/>
                <a:ea typeface="Microsoft JhengHei"/>
                <a:cs typeface="Microsoft JhengHei"/>
              </a:rPr>
              <a:t>Local DEV · 2026-09-18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B8D0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8D0D5"/>
                </a:solidFill>
                <a:latin typeface="Microsoft JhengHei"/>
                <a:ea typeface="Microsoft JhengHei"/>
                <a:cs typeface="Microsoft JhengHei"/>
              </a:rPr>
              <a:t>來源 checkpoint 1c8f040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2EF52-9EFA-4F0E-B14E-0466708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2C7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2C76F"/>
                </a:solidFill>
                <a:latin typeface="Microsoft JhengHei"/>
                <a:ea typeface="Microsoft JhengHei"/>
                <a:cs typeface="Microsoft JhengHei"/>
              </a:rPr>
              <a:t>Production Promotion 仍為 BLOCKED</a:t>
            </a:r>
          </a:p>
        </p:txBody>
      </p:sp>
    </p:spTree>
    <p:extLst>
      <p:ext uri="{BB962C8B-B14F-4D97-AF65-F5344CB8AC3E}">
        <p14:creationId xmlns:p14="http://schemas.microsoft.com/office/powerpoint/2010/main" val="981959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175EC-327E-42FB-B743-A8194665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0E428-B405-4DCD-9CB1-1D6DFAC9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環境與登入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2B0D9-7126-468E-896D-88356AB7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本機測試環境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10C58-8DB5-4315-A3A1-F90A5440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2D900-7653-448F-9893-67BFB959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696A7-C5B2-46A5-AD46-08825F05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55C1-9F96-401E-BFD2-44DF39EC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606A2-AC55-44E5-9AE0-C0D6871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http://127.0.0.1:5174/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21324-424F-4118-8CD7-8E754CB6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DEV Mock，供 UI 操作示範。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1EA56-C039-40A3-8FA4-9017A0A2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AC10B-6920-4559-9076-3ACFD676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http://127.0.0.1:4173/login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C272E-BFBB-4DDF-A55E-CBE7043F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按「DEV：Super Admin」進入隔離測試資料庫。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D79A5-069B-44A0-B7B1-0C8FBD0E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56DA4-550F-4175-A4BC-9BBD294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http://127.0.0.1:3001/api/v1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ED1BA-AF30-4A73-9ABC-22354437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Health：/health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44077-F101-4FF0-A778-B23FA1B1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資料庫界線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5B13D-2A4C-469F-8B3F-996979AF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PostgreSQL 16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ucell_admin_test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931F2-9A29-4E7F-8CFA-87D7CC9A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本機完整權限測試資料不得視為 Stage/UAT 證據。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66D46-578F-4174-A76C-E85232F7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10477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FC0E7-B70E-4229-94F1-B4231C2A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768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正式 LINE LIFF、Entra/RBAC、UAT 與 Production Gate 仍待完成</a:t>
            </a:r>
          </a:p>
        </p:txBody>
      </p:sp>
    </p:spTree>
    <p:extLst>
      <p:ext uri="{BB962C8B-B14F-4D97-AF65-F5344CB8AC3E}">
        <p14:creationId xmlns:p14="http://schemas.microsoft.com/office/powerpoint/2010/main" val="82506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EBB27-6765-4060-BE3E-957AACB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6FE97-E1B0-46A5-8CC5-0C2B4B7A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閱讀方式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320FE-33BF-49A3-94A0-5D9E4615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功能導覽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D9E8F-FEA1-4017-84C9-40840A77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F36A6-4CA8-43D5-96D3-DB881DB1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BD591-1B98-4BE9-B245-1FFCA99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7D934-EA86-4DE0-AF79-67A863F5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7D171-55B4-4119-9B55-741C03D5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000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首頁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組織與業績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獎金 lifecycle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商城與訂單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內容、通知與帳戶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9800F-938C-4CDC-A464-0CD636F2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9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205F3-85F7-45C0-B230-F646CB8B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3BD89-0409-454E-A15D-2A5D67C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會員與 Qualification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商品、套組與訂單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組織、訂閱與獎金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退貨 Replay 與 Payout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內容、稽核、報表與 UAT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35374-7014-40C1-A3ED-CDF4C8CF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所有 monetary result 由 Backend authoritative result 顯示。前端不計算 PV、RPV、EPV、Bonus、Carry 或 Clawback。</a:t>
            </a:r>
          </a:p>
        </p:txBody>
      </p:sp>
    </p:spTree>
    <p:extLst>
      <p:ext uri="{BB962C8B-B14F-4D97-AF65-F5344CB8AC3E}">
        <p14:creationId xmlns:p14="http://schemas.microsoft.com/office/powerpoint/2010/main" val="1587486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C3726-3309-4F4F-8D6C-12B5FC05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70B99-DA66-45FA-A302-4F24C988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86E30-7FB6-4C6E-B56B-3460444E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首頁與會員中心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831AD-846C-49CC-944C-AAD9AD9E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7EA76-A965-43ED-856F-06FBAD30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33921-B3E5-44F7-88AA-0792846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1707C-3D79-4066-9701-8AA0421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4F334-9119-40F9-8394-88092E7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目前 Qualification 是所有資料的第一層上下文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B841A-CCC4-4BB6-A988-BFA3CF9A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確認球位與 Active／重購狀態。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PV、RPV、EPV 與獎金狀態。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使用快速服務進入主要功能。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07AC-03DB-4E83-9D44-C680DD1B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B3F0E-379F-43DB-A253-6D7F3BB7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DEV 示範數值不代表正式業績。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73ad36126444b"/>
          <a:stretch xmlns:a="http://schemas.openxmlformats.org/drawingml/2006/main"/>
        </p:blipFill>
        <p:spPr>
          <a:xfrm xmlns:a="http://schemas.openxmlformats.org/drawingml/2006/main">
            <a:off x="6784959" y="2134526"/>
            <a:ext cx="1574832" cy="34080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93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9510A-8D05-4EA5-ADB4-BDC65CC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6F8CE-5B56-4F91-B62C-9BCCD298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6CE9-7A73-4866-A61F-F184D2A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我的組織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293AE-95C1-4983-8FDA-4B814FC4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483A2-F078-4075-8B17-84C04A4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2A275-4583-42B4-ACE9-91C98063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57A51-760E-486C-98BC-DFFF6880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4A8FA-B4E8-45E9-B00E-DADAD9DC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Sponsor 與 Binary 保持不同語意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02398-F5AA-42B1-A18A-25548C4E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先確認目前 Qualification。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Sponsor 頁籤查看推薦關係。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Binary 頁籤查看左右區摘要。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ED41F-4D7D-4097-9D3C-7AC7A46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13106-DB79-4B71-BF01-13AFE95C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大型 Tree 只在專用 Viewer 載入。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82a985bec4e7a"/>
          <a:stretch xmlns:a="http://schemas.openxmlformats.org/drawingml/2006/main"/>
        </p:blipFill>
        <p:spPr>
          <a:xfrm xmlns:a="http://schemas.openxmlformats.org/drawingml/2006/main">
            <a:off x="6689559" y="1928072"/>
            <a:ext cx="1765631" cy="38210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02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A90E7-E157-4469-B3E6-1930FDE4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294DC-461D-4CDF-9714-EF040478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6BD07-17A2-4A2C-A708-26289D89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我的業績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560DD-71EE-452B-AE2B-26A91577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95DA6-86A7-4807-9A09-C48E85B6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5FFC9-F964-46E2-BD27-808AF477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601CD-6213-4DF3-B1F7-03041B84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CCCE3-7802-4E04-876D-1C7E03E7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期間與球位共同決定顯示範圍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D2ACD-6026-411C-855F-542E028E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選擇月份。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PV、RPV、EPV。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比對左右區業績與更新時間。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A109D-E337-489A-BF44-31589567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1E5EF-D244-4D4B-8FCE-76735BBB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所有數值以 Backend 為準。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64d1a378f4b38"/>
          <a:stretch xmlns:a="http://schemas.openxmlformats.org/drawingml/2006/main"/>
        </p:blipFill>
        <p:spPr>
          <a:xfrm xmlns:a="http://schemas.openxmlformats.org/drawingml/2006/main">
            <a:off x="6551619" y="1409700"/>
            <a:ext cx="2041511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9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8CEBE-70B3-4BBE-A78F-93ABD7A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F2EC2-D5DD-4400-9A95-EA8D753A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D1F51-F965-4C04-BBA5-B3E393DF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獎金明細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D6AD2-2056-445E-9048-A6E8E263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4BF8D-2B97-491F-A119-1843E264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24B28-AB39-45F1-8DFF-3525FF25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578AF-1986-4CBC-AED3-4F9A5A01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0C6EA-CABE-4D37-8F17-DE8AB87B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Award lifecycle 與金額語意分開呈現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FF87D-A0D1-4E90-8EC6-870A0FA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CALCULATED 至 PAID 的目前狀態。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展開 Settlement、Rule 與 Parameter evidence。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append-only 調整紀錄。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0683E-6495-4F20-8BCD-FEC9BB59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EF07D-2E56-4570-9C34-030410FE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amount=null 顯示「結算中」。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20e0ed4d54fc8"/>
          <a:stretch xmlns:a="http://schemas.openxmlformats.org/drawingml/2006/main"/>
        </p:blipFill>
        <p:spPr>
          <a:xfrm xmlns:a="http://schemas.openxmlformats.org/drawingml/2006/main">
            <a:off x="7090553" y="2795864"/>
            <a:ext cx="963643" cy="208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00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B21CD-4A49-4E71-B490-5B003F2D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D4F1F-5725-4E7D-A39E-188C1C8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E3698-D41D-4DEB-A32A-4395E570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商品商城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A131B-5E36-40DE-8AF5-608D7DB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088FB-1DF0-4378-8742-0572808B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AF76A-F7E7-45E4-8D90-A44441A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C487F-C657-44B1-9E11-0FD20B55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3AAA0-6E2F-4E1A-8A7C-78FF966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商品、價格與 PV 都由 Core 提供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F7FF0-BF05-4056-9D11-7F281D12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選擇商品與數量。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確認配送資料。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送出訂單後保留原 idempotency key 重試。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265EA-EF15-4A55-9554-C38CBFC5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84BF8-0A66-48B4-A733-737EE65F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DEV Mock 不扣款、不出貨。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c7b68ce6c4dc9"/>
          <a:stretch xmlns:a="http://schemas.openxmlformats.org/drawingml/2006/main"/>
        </p:blipFill>
        <p:spPr>
          <a:xfrm xmlns:a="http://schemas.openxmlformats.org/drawingml/2006/main">
            <a:off x="6842590" y="1409700"/>
            <a:ext cx="145957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35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4B069-35FE-4776-BC5F-6322C78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AEF97-950E-4D08-854C-0DC4E7BB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320D2-7E18-4D54-8F1B-56C9602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我的訂單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BAD9B-5C29-44DC-884A-F79D7C31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09397-B184-4AB4-8A27-A262EE6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ACEBF-515D-4951-A393-2C17C045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1938A-C75E-4700-9DF2-E6B6955C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ED3AA-958B-40FE-B163-488012CB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訂單依 Qualification 隔離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4449F-E093-41DF-AF28-7289D8B0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重新整理目前球位訂單。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展開付款與配送狀態。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Connected 模式讀取正式訂單明細。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18C4D-8AD7-4FC5-91FE-3BCBDB73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3F34D-2A74-4AE8-BC05-1223DDE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切換球位後不可看到其他球的訂單。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97befd32e41ff"/>
          <a:stretch xmlns:a="http://schemas.openxmlformats.org/drawingml/2006/main"/>
        </p:blipFill>
        <p:spPr>
          <a:xfrm xmlns:a="http://schemas.openxmlformats.org/drawingml/2006/main">
            <a:off x="6450028" y="1409700"/>
            <a:ext cx="224469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73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C9505-6B7C-4B20-9B9A-A9CB6B0E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91C39-786C-4E62-9402-74B8C744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A446D-1C65-41EA-833D-748DE239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影音與內容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32BFC-8232-4970-8A86-94A4827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AF60C-5CE5-463C-BBFB-D6405E50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C979E-396F-4C73-8147-AFAEB1FD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AA05-57F6-42FF-AB70-940CE69C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80F0E-2777-4CA1-8038-6DBE1F8F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內容必須先由後台核准發布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BB11F-EF52-49AD-BB5E-1ACF22B2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查看符合期間與資格的外部內容。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從列表進入內容詳情。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091E9-750E-46A1-B77A-C05073DC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2A660-76CF-47C6-8A3E-BE6EF2BA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無 fixture 時使用統一 unavailable state。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6b8ccc7bb4ed9"/>
          <a:stretch xmlns:a="http://schemas.openxmlformats.org/drawingml/2006/main"/>
        </p:blipFill>
        <p:spPr>
          <a:xfrm xmlns:a="http://schemas.openxmlformats.org/drawingml/2006/main">
            <a:off x="6450028" y="1409700"/>
            <a:ext cx="224469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620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747D4-7E09-4550-8C33-5C980331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41189-F371-4F95-9D0F-6B48F18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F92FB-C74A-4C18-A344-C3D53832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內容詳情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F53C7-CB71-445D-9A4F-4B13C556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8F7D1-F187-456E-A753-F0D6146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DB5EF-BF8B-44C0-ADCC-7BE9AE72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E40C3-8ACF-470A-964E-EA634ED8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7E21C-28A9-40DB-9D19-4016BDA6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缺少內容 evidence 時停止顯示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6C82C-A1EA-4B5C-B6F9-30E523C9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顯示摘要、發布時間與 HTTPS 連結。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可分享內容才顯示推薦分享。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FFD1D-53C7-456F-B0BA-F9752CD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F3A66-0380-45D4-A9C1-6248BADE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畫面示範不存在 fixture 的 fail-closed。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ada724c7e4a25"/>
          <a:stretch xmlns:a="http://schemas.openxmlformats.org/drawingml/2006/main"/>
        </p:blipFill>
        <p:spPr>
          <a:xfrm xmlns:a="http://schemas.openxmlformats.org/drawingml/2006/main">
            <a:off x="6450028" y="1409700"/>
            <a:ext cx="224469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34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05C0B-FB19-4904-8B79-EB26E7DD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56041-B848-4F9B-A6BE-A4BE0451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783E3-F2B4-497E-B188-F5B89531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通知中心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ECCB9-6485-4EB9-AF18-5168DE32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7CEE3-FB5F-414B-8402-CFDEBB36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2489F-EB9D-48C2-BF32-1E40153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E1F9A-38E3-4906-BA20-577AE228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F0AFF-89FE-4CAE-94A3-EB939833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通知讀取狀態由目前環境管理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1D243-1CAD-47E6-9860-39FAE960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依分類與未讀篩選。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單筆或全部標示已讀。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773F0-989E-4741-AC4E-C58E0565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E5345-0D54-4C14-AA95-62BACF93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DEV Mock read state 只存在本機。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23a9fd020409b"/>
          <a:stretch xmlns:a="http://schemas.openxmlformats.org/drawingml/2006/main"/>
        </p:blipFill>
        <p:spPr>
          <a:xfrm xmlns:a="http://schemas.openxmlformats.org/drawingml/2006/main">
            <a:off x="6887938" y="1409700"/>
            <a:ext cx="136887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128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196A5-6E97-4BF2-9EDD-52C7895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0A047-A851-49F9-AA88-123C65C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0CC94-72A2-4DF2-B34D-C92EF110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我的帳戶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3A3E9-D3F5-44DF-84CF-7168C9F1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054EC-CA50-4F1F-9C2F-AE1FFDFE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C38C2-29C3-4FEB-8276-398A0889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9B8AD-0D94-4357-8DCD-CAA49983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C39BA-AF41-4EE9-A246-BE84B2BA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Person 資料與 Qualifications 分開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73091-E2A9-4861-AE89-870E6E05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查看會員基本資料。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1:N Qualifications／Balls。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Connected 模式才更新可編輯欄位。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2117E-D20C-483F-AA01-F7E23BA5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A9923-F9BB-43F4-A0B8-2A6136FC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Person 不等於 Qualification。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69daa867d4aec"/>
          <a:stretch xmlns:a="http://schemas.openxmlformats.org/drawingml/2006/main"/>
        </p:blipFill>
        <p:spPr>
          <a:xfrm xmlns:a="http://schemas.openxmlformats.org/drawingml/2006/main">
            <a:off x="6852572" y="1409700"/>
            <a:ext cx="143960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18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29AF8-74A0-4D2A-BEDD-A7E82804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7C1F2-8CAF-4607-8DF6-8DD6CD77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52E9E-D416-46A6-8C61-26D98E94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Admin 登入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CA164-094D-4551-85ED-653E5559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717BA-6656-4E47-AA18-44015389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EFCDA-4358-41BD-A632-E71B45C6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EA856-28E2-45D2-BAD7-A2E8327F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7BB10-C7B7-49D7-B115-E98EE245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正式環境使用 Microsoft Entra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5E00A-233C-4396-ABC6-706EB88F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本機按「DEV：Super Admin」。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其他 DEV role 可驗證 RBAC 視圖。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392C5-93E1-4722-A2C7-F29BA157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2E137-0199-4E28-BFE0-1AF90475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DEV Login 不代表正式 Entra PASS。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96dfcfdf140d6"/>
          <a:stretch xmlns:a="http://schemas.openxmlformats.org/drawingml/2006/main"/>
        </p:blipFill>
        <p:spPr>
          <a:xfrm xmlns:a="http://schemas.openxmlformats.org/drawingml/2006/main">
            <a:off x="4185285" y="1428750"/>
            <a:ext cx="692658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06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AD810-0260-442B-BA94-04F28CA4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EFA7B-F7A9-4D25-8934-146595DB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FECC4-4FEB-49AA-897A-09E5B57A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營運總覽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773C8-9E1C-45D3-87C1-6D64BF04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288E4-1C10-4CEC-A728-0492256B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68077-430F-4B61-A671-B4CAD518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0472F-8B79-4E25-B6D2-7534EA5B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82A09-6525-4202-8339-FAD2D87A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只顯示 Backend authoritative Read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94371-FC2F-41E1-8AF9-451B6428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Person、Qualification 與申請狀態。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未接 API 的指標顯示 unavailable。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48F9A-6FD6-41CB-A394-01CEF109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2C6F7-51F8-431A-9DBF-00F03EC5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不得用假數據補 NASL 或 GMV。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a74ff31b74626"/>
          <a:stretch xmlns:a="http://schemas.openxmlformats.org/drawingml/2006/main"/>
        </p:blipFill>
        <p:spPr>
          <a:xfrm xmlns:a="http://schemas.openxmlformats.org/drawingml/2006/main">
            <a:off x="4471245" y="1847981"/>
            <a:ext cx="6354661" cy="39716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458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99257-E727-448B-AEF9-002B2337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14781-80E0-41FF-916A-636BF8D5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FDED5-BD90-4D1A-A208-A7097791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會員／自然人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A8B51-7438-4563-BCBC-571677B2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6C88-425B-4B31-9372-727BA17A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FA658-B7F0-4D18-A345-A3406105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3DBEE-F8FC-450E-B313-31DF8714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19690-4AC1-4DA9-9A0F-3542530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Person master-detail 連結 1:N Qualifications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CD582-AA6E-4E0C-8BEB-C1E9E8DE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搜尋 Person。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在 Drawer 查看 identity 與狀態。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進入指定 Qualification detail。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0B89D-A72A-4A14-ADD4-41774B69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1DDA8-EE72-41A1-B42A-B8696199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Person-level 與球位欄位必須分離。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c0dd9efef4131"/>
          <a:stretch xmlns:a="http://schemas.openxmlformats.org/drawingml/2006/main"/>
        </p:blipFill>
        <p:spPr>
          <a:xfrm xmlns:a="http://schemas.openxmlformats.org/drawingml/2006/main">
            <a:off x="5998604" y="1428750"/>
            <a:ext cx="3299943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186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B9153-957E-46B6-8167-DFF39F93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F8152-9FD9-43E5-AFEB-46F78372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98003-713C-4E6B-B309-84976150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會員申請待審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F7683-6127-4A68-B3D7-5A4676F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4538D-E425-4290-AB8B-846C35B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7B9B8-9FE6-4159-A3F4-8EF8FC1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BFA60-3CF9-4798-8AE7-820D1690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8D58C-7DF3-4BE8-946E-F1AB2629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Approve 才建立正式組織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FBFD5-9FAC-47AF-884A-79B5980A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管理 Draft、Submitted、Effective。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Formal draft 只顯示遮罩 metadata 與 hash。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FE81C-3D44-4025-836D-4EFDF3C3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CBBE8-E822-45A3-88F1-479CC2EF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核准屬高風險操作。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75cac39f04a1d"/>
          <a:stretch xmlns:a="http://schemas.openxmlformats.org/drawingml/2006/main"/>
        </p:blipFill>
        <p:spPr>
          <a:xfrm xmlns:a="http://schemas.openxmlformats.org/drawingml/2006/main">
            <a:off x="4693549" y="1428750"/>
            <a:ext cx="5910051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861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AD86F-44B4-449C-AC9E-AF23C96F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B0C91-CD9F-4D57-A85A-0328360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90C5E-7997-4151-8974-87F3E40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新增會員申請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688F-C26B-4E4A-9A58-33124FE3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12977-C3EA-4D30-9B57-7DC2C3FF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7D3A2-1E20-4AFC-B350-7BB712AD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C975D-2F8E-4F64-A147-A2561631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F66E2-911A-4D5B-B345-3D865A62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申請流程先建立 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8BFAA-FF18-4C94-A3A9-A03B815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選 Person 與方案。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指定 Sponsor 與 Binary parent/side。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預檢後建立 Draft。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01B46-2125-4865-B871-A1671E82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41F38-F96C-42D9-B9B4-3AC97D38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Sponsor Tree 與 Binary Tree 分開驗證。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122107c0f4d6e"/>
          <a:stretch xmlns:a="http://schemas.openxmlformats.org/drawingml/2006/main"/>
        </p:blipFill>
        <p:spPr>
          <a:xfrm xmlns:a="http://schemas.openxmlformats.org/drawingml/2006/main">
            <a:off x="4185285" y="1428750"/>
            <a:ext cx="692658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083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C7E2A-1F48-4A26-8E98-A07DE96C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FF854-4B7A-4FFE-85BC-3D4D2BE9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92A69-E156-4D85-9DB9-F21F3C7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會員資格（球）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CC491-DB06-47F3-9079-DCF86359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DC19F-80B3-4CAD-AC4B-58D2431E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56F42-6D33-482E-A9E5-98ED9D3A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46E25-B7DC-4508-889E-9EF2B48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E861B-EA68-42E7-9C34-7349985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Qualification 是業務與 monetary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2A033-FB28-49BE-B05F-0B245FA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使用 Overview、Sponsor、Binary 等 detail tabs。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核對 evidence 是否屬於同一球位。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E6774-316F-4A61-959B-CC6BBDE0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BAA98-6585-450B-B861-AAD6CE82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Evidence 不一致時停止顯示。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7f2087b4e46de"/>
          <a:stretch xmlns:a="http://schemas.openxmlformats.org/drawingml/2006/main"/>
        </p:blipFill>
        <p:spPr>
          <a:xfrm xmlns:a="http://schemas.openxmlformats.org/drawingml/2006/main">
            <a:off x="7396498" y="1428750"/>
            <a:ext cx="504155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855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F90E4-6BDB-4456-8B6B-3A58B552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62610-2BFC-482F-B3BF-93ACD34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32D32-14CA-4014-A3CF-FB7BD98D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商品參照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68BB1-CC7B-4C57-8EFD-2EFB852A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6FE5F-C257-4659-8F34-C94549C5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7F4C7-AAB1-4AE7-BE00-08A80B72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D1AF9-C907-464E-B1C8-DF4A8A61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9EA91-398C-4905-9098-0474C431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Product rule profile 採版本化管理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EB807-9FD7-4705-A98B-92E1E52E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管理 SKU、名稱、價格與獨立 PV/BV。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查看目前啟用版本。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0576C-72B8-4945-868B-48109D5E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E50A8-7F28-4B1D-82EB-FB8BF4BC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ERP 負責庫存、會計與履約。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94c24aa5b4be7"/>
          <a:stretch xmlns:a="http://schemas.openxmlformats.org/drawingml/2006/main"/>
        </p:blipFill>
        <p:spPr>
          <a:xfrm xmlns:a="http://schemas.openxmlformats.org/drawingml/2006/main">
            <a:off x="5867963" y="1428750"/>
            <a:ext cx="356122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329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6F296-84EB-45BE-99B3-647D0CF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19C0E-45E1-4482-A8F2-0D6E06FC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4C52E-1AA7-480C-AE4E-B5153583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套組與資格商品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52050-F42C-449D-BD6A-FD0C2F4C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15AF-D66C-45E4-AE92-F5607E6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C01F7-B13D-4943-B168-CA13B806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61B0F-DF42-44A7-A1BD-C25E18B3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A772E-10B3-4FBD-B510-47F7BA17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套組版本與核准角色分離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87049-7454-461A-B683-16B67957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建立主檔與不可變版本。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設定商品池與有效期間。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由不同角色核准。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35338-D516-484E-876B-69A5C91E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8C1A4-72F5-4DBE-8EA6-1B381B6D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Production calendar 未核准時 fail closed。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80941143b4c90"/>
          <a:stretch xmlns:a="http://schemas.openxmlformats.org/drawingml/2006/main"/>
        </p:blipFill>
        <p:spPr>
          <a:xfrm xmlns:a="http://schemas.openxmlformats.org/drawingml/2006/main">
            <a:off x="6772236" y="1428750"/>
            <a:ext cx="1752677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3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8EE79-01DC-4186-9541-321D65CE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E89A2-6297-47C5-9884-F14B67C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44933-27A3-493A-987C-6BD0A416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訂單與收款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9652A-B8C6-46EF-978D-A0B7EFAA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F4E08-ACD3-434A-A7CF-FC35C25D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E524A-4E20-4DF8-82CC-9135B6CE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DF5D-A0EB-4BAC-BCF2-819D7166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5170E-0CE5-443C-8CEB-A727AD35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Payment 與 Recognition 是不同事件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9D3DC-7F89-477A-87DD-5FA8BCBA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依 Qualification 建立訂單。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確認付款 reference。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由 outbox 驅動後續 recognition。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4278D-8F0C-4BE5-8C48-60764E3E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1D6C5-7BFA-4922-B2F3-8FB22072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前端不得計算價格或 PV/BV。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91f867dc64b42"/>
          <a:stretch xmlns:a="http://schemas.openxmlformats.org/drawingml/2006/main"/>
        </p:blipFill>
        <p:spPr>
          <a:xfrm xmlns:a="http://schemas.openxmlformats.org/drawingml/2006/main">
            <a:off x="6435514" y="1428750"/>
            <a:ext cx="2426123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316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900D6-3052-4B7E-82F1-B8754B21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3B4AE-C66F-4B61-B0B8-C820571B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F320D-A258-4E9E-A44D-F643B1F2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組織視圖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E7F54-1926-4096-A5B8-5ECC623D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5E02E-0FC4-44CA-AD12-630CE7AF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C44D0-F54C-416F-B289-A5726EB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8BD91-AEAD-4529-84EC-07E187CC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82B31-BB81-442B-A1A1-BE9A60C5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歷史查詢使用對應時間點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ADB58-4DE3-44E2-B7D8-392A0E91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選 root Qualification。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分別查看 Sponsor 或 Binary Tree。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設定深度與 historical time point。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BF138-439C-467A-AE13-E593A1AC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403F-8030-4ACD-897A-D8DF14BD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禁止 current-state fallback。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d1fc86bcc4a28"/>
          <a:stretch xmlns:a="http://schemas.openxmlformats.org/drawingml/2006/main"/>
        </p:blipFill>
        <p:spPr>
          <a:xfrm xmlns:a="http://schemas.openxmlformats.org/drawingml/2006/main">
            <a:off x="4185285" y="1428750"/>
            <a:ext cx="692658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915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F9D13-4C13-47A9-9B87-5E64D8F0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472ED-72B1-44E8-BFD7-C77E33E1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B2847-03A3-4B49-A353-EB6DAEDF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重購訂閱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2B051-B125-49C7-9F17-80AC5E38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6C74C-D21F-4C27-A368-763FD71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41A50-4578-4747-B0E2-0EE01131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083F0-FC59-4F7D-A7BE-EBC62C66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3C025-EF1C-40FB-B2D6-44EB5BA0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排程必須引用 versioned calendar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034AC-D665-44BF-8DDA-45700054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查看訂閱與逐期 recognition。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檢查 schedule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D0DC5-2828-4F32-B266-3063F1D5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1E13B-F83E-4098-ACFF-37AA226E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Production clock 尚待正式核准。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3ce56ef01456a"/>
          <a:stretch xmlns:a="http://schemas.openxmlformats.org/drawingml/2006/main"/>
        </p:blipFill>
        <p:spPr>
          <a:xfrm xmlns:a="http://schemas.openxmlformats.org/drawingml/2006/main">
            <a:off x="6879297" y="1428750"/>
            <a:ext cx="1538556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076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9C62F-0EB3-4059-BFD0-B2B0DF0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A391E-267E-4742-A69E-1A5DAC2B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5C011-FF6D-4126-8C57-4094032C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獎金／結算營運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9CB89-9A39-4F5E-88B9-4851EE3A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42772-3798-4713-9FA9-380A979A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22D20-173A-4051-B042-6D5F69ED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FBD66-4289-4471-AB6C-8CE75E9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88C27-C282-491F-B99C-7FF0DF7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Pipeline 顯示計算與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D09FD-E82F-4733-B8E6-764DBD0E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Data Frozen、Active、K0、K1、K2 與 Payable。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展開 Rule、Parameter、Replay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2F3CA-9E0F-4546-91B6-3557114F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E2FA5-DE97-471C-9445-2475C342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此頁只讀 Core monetary facts。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5100cea404faf"/>
          <a:stretch xmlns:a="http://schemas.openxmlformats.org/drawingml/2006/main"/>
        </p:blipFill>
        <p:spPr>
          <a:xfrm xmlns:a="http://schemas.openxmlformats.org/drawingml/2006/main">
            <a:off x="6584257" y="1428750"/>
            <a:ext cx="2128636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090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1F326-FE90-45AC-81CB-8E6085EA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46FF1-2C41-4637-AC66-A3E80FF4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62FA3-4EC6-40C7-A057-389BDF52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退貨／反向／Replay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C746D-FBC6-42B1-8F88-F1A4A455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F262C-5F74-413C-8414-56B8AEC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444B3-EB80-4B82-B2C2-6E9292BC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B5352-524A-4873-92E1-09C1C631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6C482-A40E-478A-893C-08C19540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POSTED 才觸發 volume 與 bonus reversal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7B38A-8B54-4C97-B58A-1CE95D9A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推進 Return lifecycle。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reversal、replay、recovery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72E32-C45C-44AD-9EC2-E7FADF59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D7491-1AA8-4372-80FF-60E3C201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原 Ledger、Award、PAID 不覆寫。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ab977f2a24181"/>
          <a:stretch xmlns:a="http://schemas.openxmlformats.org/drawingml/2006/main"/>
        </p:blipFill>
        <p:spPr>
          <a:xfrm xmlns:a="http://schemas.openxmlformats.org/drawingml/2006/main">
            <a:off x="6925248" y="1428750"/>
            <a:ext cx="144665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540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08B4C-E506-4D46-B417-42591606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927DB-D2E7-41E0-A249-2AA4981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6E79A-80FE-480D-8518-986DA72F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升級／轉讓／退出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1EB49-878E-45FE-BD64-F7BD9664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C891F-3BC2-45ED-8325-1AFD86F9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2EDD9-2CEE-40A9-AF74-F7551158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98E22-6EE6-476D-BBF2-23118D70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63818-4E8C-4BC3-A866-F060F03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Workflow 只對未來生效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CECC7-15A4-4875-8B2B-26143AB3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建立並審核 Upgrade、Transfer 或 Exit。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fee 與批准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6F603-CF5A-49BF-838D-006F7415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88106-2644-4228-B7FF-8E76B008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不得回寫歷史 monetary facts。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4396577b048d7"/>
          <a:stretch xmlns:a="http://schemas.openxmlformats.org/drawingml/2006/main"/>
        </p:blipFill>
        <p:spPr>
          <a:xfrm xmlns:a="http://schemas.openxmlformats.org/drawingml/2006/main">
            <a:off x="6930050" y="1428750"/>
            <a:ext cx="143705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72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415C3-D6C6-4BE6-B1F6-9569869D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73CAC-2240-44EB-8770-6C887D41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66763-7340-41AE-BAB0-6E5386EB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結算／付款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2EC31-8215-4E97-8F85-AD4748D6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C2317-6A1E-4071-8C77-19605E7F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30DD1-2751-4C23-A1B8-4BF14192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36C97-205E-4BFF-A3DC-426ED876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D7A11-EAEE-463F-B978-18EA1CA2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Payout 需要 Finance 與 Compliance 雙核准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8C2DE-E0A2-44A8-81FA-2AF4B82D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Materialize effective awards。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完成不同 actor 核准。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記錄外部付款 reconciliation。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B310F-0B5E-446E-9D1B-B29C2886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AF20B-C84A-49D9-B461-D3C86ABB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系統不直接執行銀行轉帳。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223a3f1d6454e"/>
          <a:stretch xmlns:a="http://schemas.openxmlformats.org/drawingml/2006/main"/>
        </p:blipFill>
        <p:spPr>
          <a:xfrm xmlns:a="http://schemas.openxmlformats.org/drawingml/2006/main">
            <a:off x="7000747" y="1428750"/>
            <a:ext cx="1295657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709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1405E-36AE-44DB-ABEF-4E727141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7A155-8189-45E7-9D85-022C3CBD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B9AAA-A76E-41E7-8AC4-70322FD7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影音／連結內容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EC5C4-5155-4EA1-9309-C85A113E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9AA2A-F4B6-48FD-96A8-1A8EF5CB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C8BAA-7529-40E2-A5CF-BB3709E8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C768A-E411-4BE2-9287-232FE722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BCEF3-92EF-4C4C-9C3E-AB92D31B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已發布內容以新版本取代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95AC4-7453-43D7-93F9-734A808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建立內容與不可變版本。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加入 approval reference 後發布。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0F936-6C96-4019-8448-BA2E7A2E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78339-B190-4B0C-9904-B4050A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已發布版本不得覆寫。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047a462ed49d4"/>
          <a:stretch xmlns:a="http://schemas.openxmlformats.org/drawingml/2006/main"/>
        </p:blipFill>
        <p:spPr>
          <a:xfrm xmlns:a="http://schemas.openxmlformats.org/drawingml/2006/main">
            <a:off x="5596863" y="1428750"/>
            <a:ext cx="410342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824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652CC-EF6F-4157-9F50-81CA882F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A39E7-BFE4-4933-940C-1AFA91A4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A6ACD-9E07-4799-A936-6063BD2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文件／附件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84FF8-9BC1-478A-8F9C-BE6AAEE8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1EB8-1ED7-457A-B4D0-8AAA5AF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2B063-B4F3-40A6-A602-7F4328A2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5BD3B-BC0B-4220-9F97-1953F234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07C09-C06B-4DB7-A5D6-8F624FE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附件 metadata 與雜湊不可變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328B3-885D-4F72-82BC-42576CC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依 Entity 搜尋。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登錄 SHA-256 與 storage object key。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新版本 supersede 舊版。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AED1F-4E44-4679-ADDA-0BAB5980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72D40-4600-41F0-8DCF-5D04A22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歷史附件不刪除。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f8dba54584266"/>
          <a:stretch xmlns:a="http://schemas.openxmlformats.org/drawingml/2006/main"/>
        </p:blipFill>
        <p:spPr>
          <a:xfrm xmlns:a="http://schemas.openxmlformats.org/drawingml/2006/main">
            <a:off x="5522553" y="1428750"/>
            <a:ext cx="425204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291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038A6-71D4-4B37-AE70-F410EE01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1E524-5C65-4994-8DB3-2B4835F8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EC32C-FE2E-467E-954E-A07873A6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稽核紀錄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4A922-C2D6-4169-A565-B0DC4842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B1DBE-D017-4B1D-B63A-6EA4DFFB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C2013-03A4-460B-B6E4-A41E3739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DBBAD-3CAA-424A-9EEF-3A3B611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0B11A-5136-462E-AFA8-3B7D5DC7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Audit 連結 actor 與 correlation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E7529-1E5C-41B3-B29D-536B72F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依 entity、action 與時間篩選。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reason、before 與 after。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F1BB2-5F2F-4FAD-A86E-1B7D7600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93F70-30A5-4842-AB4A-FB824A3E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稽核畫面不修改原資料。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93bbc809b49aa"/>
          <a:stretch xmlns:a="http://schemas.openxmlformats.org/drawingml/2006/main"/>
        </p:blipFill>
        <p:spPr>
          <a:xfrm xmlns:a="http://schemas.openxmlformats.org/drawingml/2006/main">
            <a:off x="6508960" y="1428750"/>
            <a:ext cx="227923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237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A5F11-11E0-4C82-BBD3-B8C3778B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88C9B-B05E-475E-9985-FB982A3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2CDA1-531F-40FE-949F-61998CA9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報表／完整性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27FF8-1E16-4E84-99C2-EEF34A0B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FD45A-3315-48AD-813D-B851C1D1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24C06-510B-4A2A-84F5-566F17E6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E27B8-45A3-41B0-884D-C67ADCC5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64E41-30F8-436B-930F-D49286E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報表輸出遵守授權與資料邊界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E0220-09E7-4D2C-858A-42A8FE3E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設定期間與報表類型。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匯出 authorized CSV。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Integrity Alerts。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31AC3-BD84-48AE-BBAF-6C8D4AC6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5AA86-EAFF-4BE6-82BA-EE54CFA0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Alert 只偵測，不自動修資料。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f788d86e648fb"/>
          <a:stretch xmlns:a="http://schemas.openxmlformats.org/drawingml/2006/main"/>
        </p:blipFill>
        <p:spPr>
          <a:xfrm xmlns:a="http://schemas.openxmlformats.org/drawingml/2006/main">
            <a:off x="6462923" y="1428750"/>
            <a:ext cx="237130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564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4A1B0-27CF-472F-B38A-7E674011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A97F6-FD14-4A79-9B2C-757291E5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815AA-A183-441B-8817-E7A20231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UAT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8112F-80E2-4373-AB6C-F857CFE0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C3AF4-E8C6-44E3-B4AC-2AB6636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81D56-DDEC-405B-8391-8891AD6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27731-04B7-44C5-B930-2D4C47A8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3C1DB-58A1-4981-86D4-CAEE169A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測試狀態與正式簽核分開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D75DC-AF47-46E7-9BA9-805C1A68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記錄 NOT_RUN、PASS、FAIL、BLOCKED。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附上 Tester 與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A7DD3-51B9-4565-9329-69EB7441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CC243-5A86-4309-8F28-D99B023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瀏覽器紀錄不等於正式 UAT 簽核。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3411911f64fdb"/>
          <a:stretch xmlns:a="http://schemas.openxmlformats.org/drawingml/2006/main"/>
        </p:blipFill>
        <p:spPr>
          <a:xfrm xmlns:a="http://schemas.openxmlformats.org/drawingml/2006/main">
            <a:off x="7124945" y="1428750"/>
            <a:ext cx="104726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752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3274F-422B-4DE0-ACB2-5D0CD076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B6C8A-409C-4782-A7F0-787C21FB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0D779-C4D3-4159-B49B-B60A3D0B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系統就緒度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A12E8-44E8-42FF-9CE1-679CFF21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0F2DA-8503-4E98-9C11-156D0115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E9A11-CA6B-4CCE-BC67-BC79995B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8BC9B-1BD9-42B6-9CF8-41A217D0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55B65-F996-4EEB-8BCB-94835A6D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Release blocker 在同一頁集中呈現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16777-79BB-41E1-ACBA-3F9D6E21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Backend contract 與 release obligations。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確認 credentials、Security、Backup 與 UAT 狀態。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86363-865B-4418-BF20-C4E96604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E6471-688F-43E3-8E00-02B155E0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條件未滿前維持 Production BLOCKED。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a7de6153e4c1f"/>
          <a:stretch xmlns:a="http://schemas.openxmlformats.org/drawingml/2006/main"/>
        </p:blipFill>
        <p:spPr>
          <a:xfrm xmlns:a="http://schemas.openxmlformats.org/drawingml/2006/main">
            <a:off x="6225695" y="1428750"/>
            <a:ext cx="284576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495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5D6AD-A2D1-412B-A8BA-3CAC4277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A27D9-7459-42F1-8B34-B33EF469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交付狀態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F0249-DABB-41F0-A315-2A98E61B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驗證結果與使用限制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3D359-048B-42EC-A73A-AE9BA678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08834-9579-4909-9F27-C293949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13300-BEC4-4CC3-9460-9E989F70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EB7F0-4FC8-4C8F-8845-E1F55EA3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本機測試結果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F5563-8AAC-427A-B6A1-3B708899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19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Admin build 與 typecheck：PASS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Admin tests：31 PASS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Member build：PASS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Member tests：136 PASS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頁面擷取：31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95CE2-ADCD-44BE-9625-2F335DC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2857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9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1A69C-68D4-4EDA-9181-E771474C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仍待完成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769CE-059E-4D5A-B863-2CFF6CFF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正式 LINE LIFF credentials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正式 Entra/RBAC E2E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UAT 簽核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Backup/Restore Drill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Security E2E 與 Release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30883-0E75-43D8-B4B8-853F7C58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267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28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12853-46EE-4400-A7A2-CDA637C8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988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Business logic changes：NONE　　Production Promotion：BLOCKED</a:t>
            </a:r>
          </a:p>
        </p:txBody>
      </p:sp>
    </p:spTree>
    <p:extLst>
      <p:ext uri="{BB962C8B-B14F-4D97-AF65-F5344CB8AC3E}">
        <p14:creationId xmlns:p14="http://schemas.microsoft.com/office/powerpoint/2010/main" val="64611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2026-09-17T19:09:49.0850000Z</dcterms:created>
  <dcterms:modified xsi:type="dcterms:W3CDTF">2026-09-17T19:09:49.0850000Z</dcterms:modified>
</coreProperties>
</file>